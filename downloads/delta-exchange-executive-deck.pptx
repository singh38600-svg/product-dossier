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Scores</c:v>
                </c:pt>
              </c:strCache>
            </c:strRef>
          </c:tx>
          <c:spPr>
            <a:solidFill>
              <a:srgbClr val="2949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Product Truth</c:v>
                  </c:pt>
                  <c:pt idx="1">
                    <c:v>Explain Fees</c:v>
                  </c:pt>
                  <c:pt idx="2">
                    <c:v>Trade Integrity</c:v>
                  </c:pt>
                  <c:pt idx="3">
                    <c:v>Withdrawal</c:v>
                  </c:pt>
                  <c:pt idx="4">
                    <c:v>Algo Safe</c:v>
                  </c:pt>
                  <c:pt idx="5">
                    <c:v>Marketplace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26.7</c:v>
                </c:pt>
                <c:pt idx="2">
                  <c:v>20</c:v>
                </c:pt>
                <c:pt idx="3">
                  <c:v>32</c:v>
                </c:pt>
                <c:pt idx="4">
                  <c:v>9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726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Delta Exchange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94944" y="1783080"/>
            <a:ext cx="6583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C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Manager research package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4944" y="2514600"/>
            <a:ext cx="7223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and explainability as the next derivatives + automation moat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3749040"/>
            <a:ext cx="8869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4041648"/>
            <a:ext cx="69494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public-source package | 16 July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4315968"/>
            <a:ext cx="7498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for: executive outreach, PM interviews, product case discussions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99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Exchange PM Research |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6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thesis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PM story is not feature volume. It is confidence when users are under financial stress.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appears to have assembled a broad public stack: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502920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INR-native derivative trading proposition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Futures, options and current public spot claims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TradingView, API, Bot, API Copilot and Algo Marketplace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and withdrawal support surfaces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opportunity: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0" y="1874520"/>
            <a:ext cx="42976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every trade, fee, withdrawal and algo decision explainable and auditable to the user.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0" y="3886200"/>
            <a:ext cx="4206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converts trust from a support function into product differentiation.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99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Exchange PM Research |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6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 through research loops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evidence points to a sharper opportunity than a generic company profile.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24688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as a crypto derivatives exchange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6052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view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60520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as an INR-native automation pathway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81812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86B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 challenge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18120" y="1874520"/>
            <a:ext cx="32918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86B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automation safe and trading outcomes explainable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9601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trading → TradingView → API → AI Copilot → Bot/Marketplace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0352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99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Exchange PM Research |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6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product-truth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high-trust financial product cannot let users reconcile product scope from scattered surfaces.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557784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 page includes a spot row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listing publicly markets spot trading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define digital-asset wallets and custody services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Security/help language should be reconciled with current product state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3796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37960" y="1828800"/>
            <a:ext cx="3840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Product Truth Audit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37960" y="2514600"/>
            <a:ext cx="42062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current, entity-aware matrix for products, fees, custody, availability, risk and support language.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F7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Fast, low-engineering trust win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0352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99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Exchange PM Research |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6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users lose confidence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reviews and support themes are directional, not prevalence data.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14600" y="1417320"/>
            <a:ext cx="69494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my order / stop / liquidation happen correctly?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14600" y="2148840"/>
            <a:ext cx="69494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app showing the truth right now?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554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14600" y="2880360"/>
            <a:ext cx="69494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is my withdrawal?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14600" y="3611880"/>
            <a:ext cx="69494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did my P&amp;L change after fees?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1554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14600" y="4343400"/>
            <a:ext cx="69494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does support lack context?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5440680"/>
            <a:ext cx="7863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user job: prove what happened.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30352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99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Exchange PM Research |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6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Competitive position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should out-specialize broad platforms, not out-broaden them.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CoinDCX / Mudrex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crypto platforms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0916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Pi42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F&amp;O specialist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Deribit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pro benchmark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2971800"/>
            <a:ext cx="5394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wedge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011680" y="3657600"/>
            <a:ext cx="81381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INR-native derivatives + automation + explainability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194560" y="4526280"/>
            <a:ext cx="7772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creates a PM narrative that is sharper than generic growth or feature parity.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0352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99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Exchange PM Research |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6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north-star and guardrails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optimize only for sign-ups or raw volume.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North-star metric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5303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30-day retained funded traders with successful activity in at least two separate weeks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5303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by native terminal, TradingView, API, Bot and Marketplace.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86B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1828800"/>
            <a:ext cx="420624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acknowledgement success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trigger integrity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Stale market-data exposure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Withdrawal P95 by reason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Fee/P&amp;L support contacts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Severe avoidable liquidation rate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99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Exchange PM Research |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6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Opportunity ranking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Directional RICE-lite scores; validate with internal analytics.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417320"/>
          <a:ext cx="58521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99516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product truth ranks highest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040880" y="2148840"/>
            <a:ext cx="384048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to ship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High-confidence evidence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Cross-functional trust impact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support ambiguity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executive credibility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040880" y="4663440"/>
            <a:ext cx="3840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Integrity and Algo Safe Deploy are deeper moat builders.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30352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99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Exchange PM Research |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6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Proposal 1: Trade Integrity Center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answer to: “what exactly happened?”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530352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timeline for orders, triggers, fills, liquidations and balance movements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context at the moment of action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P&amp;L / fee / funding / GST reconciliation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linkage and support export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62940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signals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75120" y="2011680"/>
            <a:ext cx="384048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Trade-dispute tickets down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time down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Reopen rate down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score up after volatility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983480"/>
            <a:ext cx="9601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from authoritative backend event logs, not reconstructed client state.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30352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99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Exchange PM Research |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6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Proposal 2: Explainable Trade Economics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net outcome legible before and after the trade.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trade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301752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fee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exit fee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exposure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Break-even move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Liquidation distance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trade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17720" y="1828800"/>
            <a:ext cx="301752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P&amp;L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Settlement/liquidation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balance change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86B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 principle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0" y="1874520"/>
            <a:ext cx="28346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Sophisticated derivatives should be understandable without becoming irresponsible.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99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Exchange PM Research |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6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Proposal 3: Algo Safe Deploy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API Copilot into a safe deployment pathway.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→ Code → Testnet → Guardrails → Live → Monitor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2423160"/>
            <a:ext cx="813816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checks for unsafe order sizing and missing error handling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Testnet observation before live deployment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Capital, loss and order-frequency limits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Kill switch and live deviation monitoring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 Trust Scorecard for live vs paper vs backtest performance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5257800"/>
            <a:ext cx="8686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how Delta turns automation into a defensible, safer ecosystem.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99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Exchange PM Research |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6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90-day PM plan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trust clarity; build toward differentiated automation.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0-30 days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Truth Audit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Instrumentation plan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taxonomy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31-60 days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06240" y="1828800"/>
            <a:ext cx="29260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Trade Economics MVP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Withdrawal status improvements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export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1812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94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61-90 days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18120" y="1828800"/>
            <a:ext cx="31089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Integrity PRD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 Safe Deploy PRD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roadmap alignment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86B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interview line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572000"/>
            <a:ext cx="93268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would help Delta turn trading confidence and safer automation into a product moat.”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30352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99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Exchange PM Research |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6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stance and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Useful, honest research beats fake certainty.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49808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sources were prioritized over commentary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reviews are used to identify failure modes, not prevalence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data is required for final sizing and effort estimates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6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legal employer and role scope must be verified with Delta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966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E77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source groups: Delta Terms, fees, Google Play, support/help articles, competitor official pages, PMLA notification and Indian tax source.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99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Exchange PM Research | 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Delta Exchange Deep Research - Executive Deck</dc:title>
  <dc:subject>Delta Exchange PM Research</dc:subject>
  <dc:creator>OpenAI</dc:creator>
  <cp:lastModifiedBy>OpenAI</cp:lastModifiedBy>
  <cp:revision>1</cp:revision>
  <dcterms:created xsi:type="dcterms:W3CDTF">2026-07-16T09:25:36Z</dcterms:created>
  <dcterms:modified xsi:type="dcterms:W3CDTF">2026-07-16T09:25:36Z</dcterms:modified>
</cp:coreProperties>
</file>